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5"/>
  </p:normalViewPr>
  <p:slideViewPr>
    <p:cSldViewPr snapToGrid="0" snapToObjects="1">
      <p:cViewPr varScale="1">
        <p:scale>
          <a:sx n="97" d="100"/>
          <a:sy n="97" d="100"/>
        </p:scale>
        <p:origin x="78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Bacchus Winery Case Study</a:t>
            </a:r>
          </a:p>
          <a:p>
            <a:pPr>
              <a:defRPr sz="2500">
                <a:solidFill>
                  <a:srgbClr val="EFE8DC"/>
                </a:solidFill>
                <a:latin typeface="Aptos"/>
              </a:defRPr>
            </a:pPr>
            <a:r>
              <a:t>Milestone #4 — Case Study Solution</a:t>
            </a:r>
          </a:p>
          <a:p>
            <a:pPr>
              <a:defRPr sz="2000">
                <a:solidFill>
                  <a:srgbClr val="FFFFFF"/>
                </a:solidFill>
                <a:latin typeface="Aptos"/>
              </a:defRPr>
            </a:pPr>
            <a:r>
              <a:t>Group D • Verdis Moorer &amp; Samuel Guizar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C192D"/>
                </a:solidFill>
              </a:defRPr>
            </a:pPr>
            <a:r>
              <a:t>CSD-310 Database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Group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Group D team members: Verdis Moorer and Samuel Guizar.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Our project focused on designing and implementing a relational database solution for Bacchus Winery.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The team translated the case-study business requirements into business rules, an ERD, MySQL tables, relationships, constraints, sample data, and useful reports.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The final database contains 15 related tables supporting employees, suppliers, purchasing, inventory, wines, distributors, orders, shipments, and sales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Brief Case Study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Bacchus Winery needs a centralized database to organize information that supports its daily business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The solution tracks supplies purchased from vendors, purchase orders and deliveries, wine inventory, distributor orders, distributor sales, and employee work hours.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Relational tables reduce duplicated data and connect business activities through primary and foreign keys.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  <a:latin typeface="Aptos"/>
              </a:defRPr>
            </a:pPr>
            <a:r>
              <a:t>• The database also supports management reporting so the winery can review inventory, sales, delivery performance, and employee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Finalized 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Final design: 15 tables organized around four major business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5C192D"/>
                </a:solidFill>
              </a:defRPr>
            </a:pPr>
            <a:r>
              <a:t>Employees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Department → Employee → Employee Time Record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5C192D"/>
                </a:solidFill>
              </a:defRPr>
            </a:pPr>
            <a:r>
              <a:t>Purchasing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Supplier ↔ Supplier Item ↔ Item</a:t>
            </a:r>
            <a:br/>
            <a:r>
              <a:t>Supplier → Purchase Order → PO Item → Supplier Shipment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5C192D"/>
                </a:solidFill>
              </a:defRPr>
            </a:pPr>
            <a:r>
              <a:t>Distribution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Distributor → Distributor Order → Distributor Order Item → Wine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9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5C192D"/>
                </a:solidFill>
              </a:defRPr>
            </a:pPr>
            <a:r>
              <a:t>Inventory &amp; Sales</a:t>
            </a:r>
          </a:p>
          <a:p>
            <a:pPr>
              <a:defRPr sz="1500">
                <a:solidFill>
                  <a:srgbClr val="282828"/>
                </a:solidFill>
              </a:defRPr>
            </a:pPr>
            <a:r>
              <a:t>Inventory links supply items or wines; Sales Report links distributors and wines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82828"/>
                </a:solidFill>
              </a:defRPr>
            </a:pPr>
            <a:r>
              <a:t>Primary keys uniquely identify records; foreign keys enforce the relationships between related business entities.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Reports We Decided to Generate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Supplier Delivery Performance — compares expected and actual arrival dates to identify late or early supplier shipments.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Supply Inventory — shows quantities on hand for bottles, corks, labels, cartons, barrels, and production supplies.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Wine Distribution Inventory — shows available quantities of each wine for distributor fulfillment.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Distributor Sales — summarizes reported wine sales by distributor and wine.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• Employee Hours by Quarter — summarizes employee hours for the most recent four quarters.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 1: Supplier Delivery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Example result based on the project sample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Shipment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8/8/26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8/8/26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On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8/12/26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8/14/26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 days 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8/20/26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8/19/26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 day early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9/8/26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9/9/26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 day late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9/12/26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 transit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SUP1006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9/20/26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Pending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303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This report helps Bacchus Winery identify supplier delays and evaluate delivery reliability.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 2: Supply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Example quantities currently on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54480" y="1645920"/>
          <a:ext cx="9052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Supply Item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Qty. On Hand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750ml Glass Bottle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42 cases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Natural Cork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28 bags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Wine Label Roll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35 rolls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Shipping Carton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26 bundles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Oak Barrel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10 barrels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Sanitizing Solution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18 gallons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49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This report supports purchasing decisions by showing which operational supplies may need replenishment.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 3: Wine Distribution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Example quantities available for distributor orders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9418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Wine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Qty. On Hand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Cabernet Reserve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Merlot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Chardonnay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Pinot Noir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98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Riesling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Bacchus Rose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156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49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This report helps the winery evaluate product availability before distributor orders are fulfilled.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 4: Distributor 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Example totals reported for August 31,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34440" y="1645920"/>
          <a:ext cx="96926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Distributor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Total Units Sold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Suncoast Wine Distribution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Metro Beverage Partners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Heritage Wine Supply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Coastal Cellars Distribution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Premier Restaurant Supply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Regional Wine Merchants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3492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• Premier Restaurant Supply reported the highest total in this sample period with 51 units sold.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Report 5: Employee Hours by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Example output from the employee time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Employee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Quarter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Hours</a:t>
                      </a:r>
                    </a:p>
                  </a:txBody>
                  <a:tcPr marL="73152" marR="73152" marT="36576" marB="36576">
                    <a:solidFill>
                      <a:srgbClr val="5C1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Janet Collins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2025 Q4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David Ortiz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2025 Q4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Monica Lee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Andre Williams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7.50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Sarah Nguyen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Marcus Reed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Janet Collins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7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David Ortiz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2026 Q3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8.00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23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• The database can group work dates by year and quarter and sum the recorded hours for each employee.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C192D"/>
                </a:solidFill>
                <a:latin typeface="Aptos Display"/>
              </a:defRPr>
            </a:pPr>
            <a:r>
              <a:t>Assumptions That Informed Our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307592"/>
            <a:ext cx="10972800" cy="45720"/>
          </a:xfrm>
          <a:prstGeom prst="rect">
            <a:avLst/>
          </a:prstGeom>
          <a:solidFill>
            <a:srgbClr val="B7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Every major entity has a unique identifier so records can be referenced reliably.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A supplier may provide multiple items, and an item may be available from multiple suppliers.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Purchase orders and distributor orders may contain multiple line items.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Expected and actual delivery dates are stored separately because shipments can arrive early or late.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Supply inventory and wine distribution inventory are distinguished by inventory type.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Sales reports connect both a distributor and a wine so sales can be analyzed by product, distributor, and reporting date.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  <a:latin typeface="Aptos"/>
              </a:defRPr>
            </a:pPr>
            <a:r>
              <a:t>• Employee time records store the work date and hours; the reporting quarter is derived from the work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4652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Group D • Bacchus Winery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Case Study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The final relational database gives Bacchus Winery a structured way to manage operational data across departments.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The design supports purchasing, shipment tracking, inventory, distributor activity, sales reporting, and employee time reporting.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Primary and foreign keys maintain relationships while constraints help protect data quality.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The selected reports turn stored data into information that management can use for operational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235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79149"/>
                </a:solidFill>
              </a:defRPr>
            </a:pPr>
            <a:r>
              <a:t>Thank you — Group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955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Guizar</dc:creator>
  <cp:keywords/>
  <dc:description>generated using python-pptx</dc:description>
  <cp:lastModifiedBy>samuel guizar</cp:lastModifiedBy>
  <cp:revision>1</cp:revision>
  <dcterms:created xsi:type="dcterms:W3CDTF">2013-01-27T09:14:16Z</dcterms:created>
  <dcterms:modified xsi:type="dcterms:W3CDTF">2026-10-04T22:53:19Z</dcterms:modified>
  <cp:category/>
</cp:coreProperties>
</file>